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468158" cy="68580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73" y="228600"/>
            <a:ext cx="485727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2880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6E12"/>
                </a:solidFill>
              </a:rPr>
              <a:t>LICEO BICENTENARIO INDUSTRIAL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1828800" y="5303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6E12"/>
                </a:solidFill>
              </a:rPr>
              <a:t>INGENIERO RICARDO FENNER RUEDI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828800" y="75895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Red SNA Educa  ·  La Unión, Región de Los Ríos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28575">
            <a:solidFill>
              <a:srgbClr val="3F6E1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1106424"/>
            <a:ext cx="8229600" cy="0"/>
          </a:xfrm>
          <a:prstGeom prst="line">
            <a:avLst/>
          </a:prstGeom>
          <a:noFill/>
          <a:ln w="12700">
            <a:solidFill>
              <a:srgbClr val="9DC00A"/>
            </a:solidFill>
            <a:prstDash val="solid"/>
          </a:ln>
        </p:spPr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685800" y="1325880"/>
            <a:ext cx="77724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3F6E1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600" b="1" dirty="0">
                <a:solidFill>
                  <a:srgbClr val="3F6E12"/>
                </a:solidFill>
              </a:rPr>
              <a:t>Título de la presentación</a:t>
            </a:r>
            <a:endParaRPr lang="en-US" sz="3600" dirty="0"/>
          </a:p>
        </p:txBody>
      </p:sp>
      <p:sp>
        <p:nvSpPr>
          <p:cNvPr id="10" name="Text 5"/>
          <p:cNvSpPr/>
          <p:nvPr>
            <p:ph idx="108" type="body" hasCustomPrompt="1"/>
          </p:nvPr>
        </p:nvSpPr>
        <p:spPr>
          <a:xfrm>
            <a:off x="1143000" y="2743200"/>
            <a:ext cx="68580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5959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Integrantes · Curso · Docente · Fecha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9DC00A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ón">
    <p:bg>
      <p:bgPr>
        <a:solidFill>
          <a:srgbClr val="3F6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624210" cy="91440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9164" y="365760"/>
            <a:ext cx="647636" cy="9144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Título de la sección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E6EFC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E6EFC4"/>
                </a:solidFill>
              </a:rPr>
              <a:t>Descripción breve</a:t>
            </a: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E6E6"/>
                </a:solidFill>
              </a:rPr>
              <a:t>Liceo Bicentenario Industrial Ing. Ricardo Fenner Ruedi  ·  Red SNA Educa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05737" cy="59436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837" y="164592"/>
            <a:ext cx="420963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8575">
            <a:solidFill>
              <a:srgbClr val="3F6E1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57200" y="923544"/>
            <a:ext cx="8229600" cy="0"/>
          </a:xfrm>
          <a:prstGeom prst="line">
            <a:avLst/>
          </a:prstGeom>
          <a:noFill/>
          <a:ln w="12700">
            <a:solidFill>
              <a:srgbClr val="9DC00A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rgbClr val="3F6E1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600" b="1" dirty="0">
                <a:solidFill>
                  <a:srgbClr val="3F6E12"/>
                </a:solidFill>
              </a:rPr>
              <a:t>Título de la diapositiva</a:t>
            </a:r>
            <a:endParaRPr lang="en-US" sz="2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F1F1F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Contenido</a:t>
            </a:r>
            <a:endParaRPr lang="en-US" sz="1600" dirty="0"/>
          </a:p>
        </p:txBody>
      </p:sp>
      <p:sp>
        <p:nvSpPr>
          <p:cNvPr id="8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9DC00A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Liceo Bicentenario Industrial Ing. Ricardo Fenner Ruedi  ·  Red SNA Educa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05737" cy="59436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837" y="164592"/>
            <a:ext cx="420963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8575">
            <a:solidFill>
              <a:srgbClr val="3F6E1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57200" y="923544"/>
            <a:ext cx="8229600" cy="0"/>
          </a:xfrm>
          <a:prstGeom prst="line">
            <a:avLst/>
          </a:prstGeom>
          <a:noFill/>
          <a:ln w="12700">
            <a:solidFill>
              <a:srgbClr val="9DC00A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rgbClr val="3F6E1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600" b="1" dirty="0">
                <a:solidFill>
                  <a:srgbClr val="3F6E12"/>
                </a:solidFill>
              </a:rPr>
              <a:t>Título de la diapositiva</a:t>
            </a:r>
            <a:endParaRPr lang="en-US" sz="26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457200" y="1143000"/>
            <a:ext cx="393192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F1F1F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Columna izquierda</a:t>
            </a:r>
            <a:endParaRPr lang="en-US" sz="1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754880" y="1143000"/>
            <a:ext cx="3931920" cy="3429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F1F1F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Columna derecha</a:t>
            </a:r>
            <a:endParaRPr lang="en-US" sz="1600" dirty="0"/>
          </a:p>
        </p:txBody>
      </p:sp>
      <p:sp>
        <p:nvSpPr>
          <p:cNvPr id="9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9DC00A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Liceo Bicentenario Industrial Ing. Ricardo Fenner Ruedi  ·  Red SNA Educa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"/>
            <a:ext cx="405737" cy="59436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5837" y="164592"/>
            <a:ext cx="420963" cy="5943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28575">
            <a:solidFill>
              <a:srgbClr val="3F6E12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57200" y="923544"/>
            <a:ext cx="8229600" cy="0"/>
          </a:xfrm>
          <a:prstGeom prst="line">
            <a:avLst/>
          </a:prstGeom>
          <a:noFill/>
          <a:ln w="12700">
            <a:solidFill>
              <a:srgbClr val="9DC00A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b="1" dirty="0">
                <a:solidFill>
                  <a:srgbClr val="3F6E1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2600" b="1" dirty="0">
                <a:solidFill>
                  <a:srgbClr val="3F6E12"/>
                </a:solidFill>
              </a:rPr>
              <a:t>Título de la diapositiva</a:t>
            </a:r>
            <a:endParaRPr lang="en-US" sz="2600" dirty="0"/>
          </a:p>
        </p:txBody>
      </p:sp>
      <p:sp>
        <p:nvSpPr>
          <p:cNvPr id="7" name="Shape 2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9DC00A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Liceo Bicentenario Industrial Ing. Ricardo Fenner Ruedi  ·  Red SNA Educa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Logo_S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780263" cy="1143000"/>
          </a:xfrm>
          <a:prstGeom prst="rect">
            <a:avLst/>
          </a:prstGeom>
        </p:spPr>
      </p:pic>
      <p:pic>
        <p:nvPicPr>
          <p:cNvPr id="3" name="Image 1" descr="/mnt/user-data/uploads/logo_Lice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815" y="365760"/>
            <a:ext cx="809545" cy="11430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dirty="0">
                <a:solidFill>
                  <a:srgbClr val="3F6E12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000" b="1" dirty="0">
                <a:solidFill>
                  <a:srgbClr val="3F6E12"/>
                </a:solidFill>
              </a:rPr>
              <a:t>Gracias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rgbClr val="595959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</a:rPr>
              <a:t>Contacto</a:t>
            </a:r>
            <a:endParaRPr lang="en-US" sz="1600" dirty="0"/>
          </a:p>
        </p:txBody>
      </p:sp>
      <p:sp>
        <p:nvSpPr>
          <p:cNvPr id="6" name="Shape 0"/>
          <p:cNvSpPr/>
          <p:nvPr/>
        </p:nvSpPr>
        <p:spPr>
          <a:xfrm>
            <a:off x="457200" y="4709160"/>
            <a:ext cx="8229600" cy="0"/>
          </a:xfrm>
          <a:prstGeom prst="line">
            <a:avLst/>
          </a:prstGeom>
          <a:noFill/>
          <a:ln w="9525">
            <a:solidFill>
              <a:srgbClr val="9DC00A"/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Liceo Bicentenario Industrial Ing. Ricardo Fenner Ruedi  ·  Red SNA Educa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685800" y="13258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5"/>
          <p:cNvSpPr/>
          <p:nvPr>
            <p:ph idx="108" type="body" hasCustomPrompt="1"/>
          </p:nvPr>
        </p:nvSpPr>
        <p:spPr>
          <a:xfrm>
            <a:off x="1143000" y="2743200"/>
            <a:ext cx="685800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457200" y="1143000"/>
            <a:ext cx="82296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457200" y="114300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4754880" y="1143000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title" hasCustomPrompt="1"/>
          </p:nvPr>
        </p:nvSpPr>
        <p:spPr>
          <a:xfrm>
            <a:off x="1051560" y="164592"/>
            <a:ext cx="7040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F6E12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685800" y="182880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45720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7724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ceo Fenner">
  <a:themeElements>
    <a:clrScheme name="Liceo Fenner">
      <a:dk1>
        <a:srgbClr val="1F1F1F"/>
      </a:dk1>
      <a:lt1>
        <a:srgbClr val="FFFFFF"/>
      </a:lt1>
      <a:dk2>
        <a:srgbClr val="3F6E12"/>
      </a:dk2>
      <a:lt2>
        <a:srgbClr val="F2F2F2"/>
      </a:lt2>
      <a:accent1>
        <a:srgbClr val="3F6E12"/>
      </a:accent1>
      <a:accent2>
        <a:srgbClr val="9DC00A"/>
      </a:accent2>
      <a:accent3>
        <a:srgbClr val="6CA61E"/>
      </a:accent3>
      <a:accent4>
        <a:srgbClr val="F2B705"/>
      </a:accent4>
      <a:accent5>
        <a:srgbClr val="6B3FA0"/>
      </a:accent5>
      <a:accent6>
        <a:srgbClr val="C0501E"/>
      </a:accent6>
      <a:hlink>
        <a:srgbClr val="5C7A0F"/>
      </a:hlink>
      <a:folHlink>
        <a:srgbClr val="6B3FA0"/>
      </a:folHlink>
    </a:clrScheme>
    <a:fontScheme name="Liceo Fenn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Liceo Bicentenario Industrial Ing. Ricardo Fenner Ruedi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institucional</dc:title>
  <dc:subject>PptxGenJS Presentation</dc:subject>
  <dc:creator>PptxGenJS</dc:creator>
  <cp:lastModifiedBy>PptxGenJS</cp:lastModifiedBy>
  <cp:revision>1</cp:revision>
  <dcterms:created xsi:type="dcterms:W3CDTF">2026-10-23T15:16:57Z</dcterms:created>
  <dcterms:modified xsi:type="dcterms:W3CDTF">2026-10-23T15:16:57Z</dcterms:modified>
</cp:coreProperties>
</file>